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865" autoAdjust="0"/>
  </p:normalViewPr>
  <p:slideViewPr>
    <p:cSldViewPr snapToGrid="0">
      <p:cViewPr varScale="1">
        <p:scale>
          <a:sx n="62" d="100"/>
          <a:sy n="62" d="100"/>
        </p:scale>
        <p:origin x="148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5DAAA-4AD7-45C4-81C1-2E4AD6125DF7}" type="datetimeFigureOut">
              <a:rPr lang="fr-MA" smtClean="0"/>
              <a:t>06/06/2026</a:t>
            </a:fld>
            <a:endParaRPr lang="fr-M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M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A1F81-0379-4C3A-AA7D-3A6121649075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742689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1F81-0379-4C3A-AA7D-3A6121649075}" type="slidenum">
              <a:rPr lang="fr-MA" smtClean="0"/>
              <a:t>1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823737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1F81-0379-4C3A-AA7D-3A6121649075}" type="slidenum">
              <a:rPr lang="fr-MA" smtClean="0"/>
              <a:t>2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675724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1F81-0379-4C3A-AA7D-3A6121649075}" type="slidenum">
              <a:rPr lang="fr-MA" smtClean="0"/>
              <a:t>3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114355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1F81-0379-4C3A-AA7D-3A6121649075}" type="slidenum">
              <a:rPr lang="fr-MA" smtClean="0"/>
              <a:t>4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289807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1F81-0379-4C3A-AA7D-3A6121649075}" type="slidenum">
              <a:rPr lang="fr-MA" smtClean="0"/>
              <a:t>5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99163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1F81-0379-4C3A-AA7D-3A6121649075}" type="slidenum">
              <a:rPr lang="fr-MA" smtClean="0"/>
              <a:t>7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08938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1F81-0379-4C3A-AA7D-3A6121649075}" type="slidenum">
              <a:rPr lang="fr-MA" smtClean="0"/>
              <a:t>8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957555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1F81-0379-4C3A-AA7D-3A6121649075}" type="slidenum">
              <a:rPr lang="fr-MA" smtClean="0"/>
              <a:t>10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119551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1F81-0379-4C3A-AA7D-3A6121649075}" type="slidenum">
              <a:rPr lang="fr-MA" smtClean="0"/>
              <a:t>11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07564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1F81-0379-4C3A-AA7D-3A6121649075}" type="slidenum">
              <a:rPr lang="fr-MA" smtClean="0"/>
              <a:t>12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915338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1F81-0379-4C3A-AA7D-3A6121649075}" type="slidenum">
              <a:rPr lang="fr-MA" smtClean="0"/>
              <a:t>14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7140895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1F81-0379-4C3A-AA7D-3A6121649075}" type="slidenum">
              <a:rPr lang="fr-MA" smtClean="0"/>
              <a:t>15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31502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1F81-0379-4C3A-AA7D-3A6121649075}" type="slidenum">
              <a:rPr lang="fr-MA" smtClean="0"/>
              <a:t>17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717518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1F81-0379-4C3A-AA7D-3A6121649075}" type="slidenum">
              <a:rPr lang="fr-MA" smtClean="0"/>
              <a:t>18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714527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B5299B-7C21-542A-0EDD-B50C88C5A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5239388-CFB9-D008-DC90-EF20D1E67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61501E-C974-A2B0-876E-677BBF374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E7D4F-67F8-45A7-A1DE-5E938B3A4533}" type="datetimeFigureOut">
              <a:rPr lang="fr-MA" smtClean="0"/>
              <a:t>06/06/2026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CF0506-7AAB-B485-9EFB-FB64F2F78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408382-1594-680A-47D0-1FA07EDBA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A71C4-83EE-4D99-8E3E-75590802B7EF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642887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5A126B-7E07-3B9A-2175-0E44AA9D2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C014F5-9EA0-736C-9AD8-321D16538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0E1C55-1CBB-1F5A-F103-3BA7E361E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E7D4F-67F8-45A7-A1DE-5E938B3A4533}" type="datetimeFigureOut">
              <a:rPr lang="fr-MA" smtClean="0"/>
              <a:t>06/06/2026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FC4717-1058-8B20-A109-2A4A7DB2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DA816C-C246-5446-9662-94D619D00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A71C4-83EE-4D99-8E3E-75590802B7EF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712540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37A3C4-3E15-E680-4C73-B3BF9F1D2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6EBFA4-F71D-7108-E89C-D55129257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D708EA-836E-B307-D3D4-32EC7C19E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E7D4F-67F8-45A7-A1DE-5E938B3A4533}" type="datetimeFigureOut">
              <a:rPr lang="fr-MA" smtClean="0"/>
              <a:t>06/06/2026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136FF2-506D-64A7-CA84-5F2B0DBF4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5795C8-7B38-1592-F7E0-6BD931236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A71C4-83EE-4D99-8E3E-75590802B7EF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916252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D7F44-4C4E-47A6-C3BB-419E3D77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94D33B-8343-53E4-D05A-ED150A65E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FCA09C4-D8E5-B2F8-5DA7-5829BEF23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675674-1051-5FEF-51BF-5403BF13E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E7D4F-67F8-45A7-A1DE-5E938B3A4533}" type="datetimeFigureOut">
              <a:rPr lang="fr-MA" smtClean="0"/>
              <a:t>06/06/2026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1A5FF26-A0D3-3986-8CBA-878541A95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5164B4-B721-06A3-1DA0-5317292C8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A71C4-83EE-4D99-8E3E-75590802B7EF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951908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EFF8C4-4E4B-36B2-49DE-DAC9A161B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086EC1-65F9-30AB-2126-CC52E37CF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41B8E9-FEDB-AAF1-CB24-215746732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97A639-702A-D42D-5871-9517760B5D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06E0C33-7C6E-30B3-22B4-747EC6614F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70C4598-19CB-81D6-8728-E9D2870A8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E7D4F-67F8-45A7-A1DE-5E938B3A4533}" type="datetimeFigureOut">
              <a:rPr lang="fr-MA" smtClean="0"/>
              <a:t>06/06/2026</a:t>
            </a:fld>
            <a:endParaRPr lang="fr-M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3AA6C15-E216-B6E6-F227-5CD5BB750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C45C7C-3601-4D31-6E10-101FDEB23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A71C4-83EE-4D99-8E3E-75590802B7EF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544072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AEA1E4-492C-B889-D0E4-E11C4ED9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5CBA665-49C9-72F0-FA46-99905D1A1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E7D4F-67F8-45A7-A1DE-5E938B3A4533}" type="datetimeFigureOut">
              <a:rPr lang="fr-MA" smtClean="0"/>
              <a:t>06/06/2026</a:t>
            </a:fld>
            <a:endParaRPr lang="fr-M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948928E-3F81-A765-E566-70FD1A3F4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C61CD42-CD35-6E2D-73AA-95CD587F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A71C4-83EE-4D99-8E3E-75590802B7EF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712674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C91DE00-07ED-9544-17EF-404D53F7A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E7D4F-67F8-45A7-A1DE-5E938B3A4533}" type="datetimeFigureOut">
              <a:rPr lang="fr-MA" smtClean="0"/>
              <a:t>06/06/2026</a:t>
            </a:fld>
            <a:endParaRPr lang="fr-M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F01D27B-6686-2A07-1ECC-4EB99E689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197880-DF7F-E9B4-D490-BFF8CA168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A71C4-83EE-4D99-8E3E-75590802B7EF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683619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D9B29-E8AC-4575-DCF4-59D7E3F4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EC7C90-2478-8D9E-E713-E3C1AB5B1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6C881D4-4455-353A-E5EB-699B40EC9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FFD5FE-E4ED-76DE-F5FB-516925C74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E7D4F-67F8-45A7-A1DE-5E938B3A4533}" type="datetimeFigureOut">
              <a:rPr lang="fr-MA" smtClean="0"/>
              <a:t>06/06/2026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6592D3B-C311-1B4C-9450-D97744E5D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7612B2C-3444-DAA6-86C8-5678A7FA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A71C4-83EE-4D99-8E3E-75590802B7EF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00946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987E5D-59F8-2D23-12B0-7BD64D340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E131805-4432-996F-76F4-5DBBB803BE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102F4DB-4EA7-58CC-5100-6A5EABC79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3DD989-3273-97F3-D157-3F83BB63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E7D4F-67F8-45A7-A1DE-5E938B3A4533}" type="datetimeFigureOut">
              <a:rPr lang="fr-MA" smtClean="0"/>
              <a:t>06/06/2026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36782D3-0141-1EE6-4E8C-8D596A93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E099BB5-B6AC-496B-0C66-93CC95252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A71C4-83EE-4D99-8E3E-75590802B7EF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599827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543FD1-7073-C9D8-647B-B7F695BDE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CB12E52-3E86-2EA9-1B2E-264C024DC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ED427E-8726-A321-7076-99D81172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E7D4F-67F8-45A7-A1DE-5E938B3A4533}" type="datetimeFigureOut">
              <a:rPr lang="fr-MA" smtClean="0"/>
              <a:t>06/06/2026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104CDD-37F6-1A66-9D84-A7437B8C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21DC9-F3A6-3928-C987-56DFF009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A71C4-83EE-4D99-8E3E-75590802B7EF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975335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2E3551E-A160-9760-4A15-CBAEC026A2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410958F-49F5-7292-325E-AE1AFEFEA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C610EA-1E4B-70FA-4B31-245DE96BB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E7D4F-67F8-45A7-A1DE-5E938B3A4533}" type="datetimeFigureOut">
              <a:rPr lang="fr-MA" smtClean="0"/>
              <a:t>06/06/2026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3E70F8-2033-28E7-13AF-E0FE1B55A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4D0541-88C6-02D7-BD72-2FCEBE70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A71C4-83EE-4D99-8E3E-75590802B7EF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9815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D8F8344-F128-9512-2805-F50A985A1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72106E-9A7E-756B-422E-07C874036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F3B5E2-67AF-2D7E-BDD9-9FBAEEAE04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E7D4F-67F8-45A7-A1DE-5E938B3A4533}" type="datetimeFigureOut">
              <a:rPr lang="fr-MA" smtClean="0"/>
              <a:t>06/06/2026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0AA163-6A83-31E6-196F-5A34CA98E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ADDDBC-6DFB-0153-60E6-D03937C52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A71C4-83EE-4D99-8E3E-75590802B7EF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057117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63C4E5-36BA-E34F-BFE7-26F666714A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D2C9AC-E3E3-5EE8-AFC9-8137BCA19C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C15A8AB-56DF-15E1-3EE1-3C6A32481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97"/>
            <a:ext cx="12211257" cy="684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69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5B553-F8C9-C0A5-596E-02BA14AF7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7B3989-B56F-5D8D-FA96-0C7435CFD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1AA0D6-0B86-8FB9-3FE8-D69B441A5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251"/>
            <a:ext cx="12192000" cy="680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61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3730E0-CAF5-E3D2-9735-27A3E5B90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93B5DA-B8F9-059C-8A05-5447B8A7D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C2DE67E-8284-CE2B-781A-3E3BCC409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059"/>
            <a:ext cx="12195664" cy="685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377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13D792-1386-9DE7-3F51-166B38B78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FD56C4-E165-039B-BA23-31B927CE5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C8EF054-79A2-DBC1-5A0C-500BAC4B3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06"/>
            <a:ext cx="12192000" cy="683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47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B06178-2C35-DBD0-1D0A-E9F95BF6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653C43-11F0-A19E-C989-C70A89940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2121F2E-E1DB-7500-88E3-792D85B58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901"/>
            <a:ext cx="12192000" cy="686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02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60016C-E9FD-7AB6-072D-D22C0A13C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EF68C6-6FD9-2392-0493-8B908AEB2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E250EE8-0D81-357B-1B8F-5A483BBFD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73"/>
            <a:ext cx="12192000" cy="685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12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0DB3C9-F6D1-9137-4C48-A5640B4ED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3D59B0-FB0C-1739-0161-B6FAA93AB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0A47CA3-2633-BFB5-0B9B-300995715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6" y="6684"/>
            <a:ext cx="12192000" cy="684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273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0B125-3D14-788B-FE68-D604F61F9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7DDD0F-52F0-F837-BC31-0D1B3C453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D530C8C-F5E0-10DC-2B65-5EA2DBF62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36"/>
            <a:ext cx="12220102" cy="684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81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255F3A-3546-CD04-00D6-DA2326EEC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FD3893-FEB4-26AF-9EFB-2937E91C5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01EDFF2-F7C7-F5EF-27AF-2FECD9979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059"/>
            <a:ext cx="12195664" cy="685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317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27F6B7-8665-61D5-373B-ADBAC1ED0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BA3FD9-0545-E79A-9ADC-EAE5E32F2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71B4B99-C3D6-615C-2DC6-7C829A5D9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834" y="0"/>
            <a:ext cx="12240834" cy="683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86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03EAF0-49F5-5077-5D1C-62E3BF11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5FBAFC-1E2C-5660-C980-4481C5566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81E8274-3201-8C30-8586-90ACE0111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84"/>
            <a:ext cx="12203905" cy="685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66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4FEDD5-7B18-0CB2-373F-3EC2D4B08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A1D1BB-F743-BBD4-694B-7BB12460D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43FC3EB-E10F-7EF0-EF55-FF1D80962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11"/>
            <a:ext cx="12218624" cy="684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748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B835E2-4991-E54D-4ECD-125502761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2A6523-1861-8096-B312-A4DC4A3F7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80C55D6-E829-647C-0153-AF2745306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901"/>
            <a:ext cx="12192000" cy="686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956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24C30D-5F5D-40A2-B734-E1A084254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6CC5EC-3754-7490-A54F-09D5663FF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5EC1BBB-C79C-5E1D-57C7-9107BD446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73"/>
            <a:ext cx="12192000" cy="685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42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3B2CEE-CDB0-9405-BF72-49147046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48BBF8-0AD2-4FA3-CA02-EE4B67D5A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D4EBCC0-FFAF-4EFC-B1FC-F2442971A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73"/>
            <a:ext cx="12192000" cy="685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74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06A65F-DA8A-78DE-3552-7722A3698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11725F-5E8D-51E0-B1E0-7879C1BA6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0E79FF2-731A-E515-DB5E-0FEED2ACD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73"/>
            <a:ext cx="12199786" cy="685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069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41130E-7B80-83DD-5543-24992E41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C5E75D-46C6-4F7E-5E62-6CE2E1125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M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5830EA8-1648-608A-E252-B8B42A179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835" y="0"/>
            <a:ext cx="122896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386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73943C-F9B4-F47F-8088-015B5700BA87}"/>
              </a:ext>
            </a:extLst>
          </p:cNvPr>
          <p:cNvSpPr/>
          <p:nvPr/>
        </p:nvSpPr>
        <p:spPr>
          <a:xfrm>
            <a:off x="2138634" y="1690688"/>
            <a:ext cx="791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Merci pour votre attention!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1F85FD-C97A-C970-CB38-5F192E1F4B1E}"/>
              </a:ext>
            </a:extLst>
          </p:cNvPr>
          <p:cNvSpPr/>
          <p:nvPr/>
        </p:nvSpPr>
        <p:spPr>
          <a:xfrm>
            <a:off x="3082706" y="3429000"/>
            <a:ext cx="602658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Avez-vous des questions?</a:t>
            </a:r>
            <a:endParaRPr lang="fr-FR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497265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23</Words>
  <Application>Microsoft Office PowerPoint</Application>
  <PresentationFormat>Grand écran</PresentationFormat>
  <Paragraphs>16</Paragraphs>
  <Slides>18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yassir mani</dc:creator>
  <cp:lastModifiedBy>yassir mani</cp:lastModifiedBy>
  <cp:revision>3</cp:revision>
  <dcterms:created xsi:type="dcterms:W3CDTF">2026-06-05T10:42:31Z</dcterms:created>
  <dcterms:modified xsi:type="dcterms:W3CDTF">2026-06-06T13:45:03Z</dcterms:modified>
</cp:coreProperties>
</file>